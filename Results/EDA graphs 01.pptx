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B1CD07-DDA9-4EFC-9CF3-43509CD8E2BA}">
          <p14:sldIdLst>
            <p14:sldId id="257"/>
          </p14:sldIdLst>
        </p14:section>
        <p14:section name="Untitled Section" id="{5964252C-955B-4676-98CE-5F7DA256A9C5}">
          <p14:sldIdLst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579" autoAdjust="0"/>
  </p:normalViewPr>
  <p:slideViewPr>
    <p:cSldViewPr snapToGrid="0">
      <p:cViewPr>
        <p:scale>
          <a:sx n="66" d="100"/>
          <a:sy n="66" d="100"/>
        </p:scale>
        <p:origin x="6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vanth Reddy" userId="a921e0834bf257f2" providerId="LiveId" clId="{4C1CFD39-F3A1-47FC-B448-30C8C2D8EA75}"/>
    <pc:docChg chg="delSld modSection">
      <pc:chgData name="Revanth Reddy" userId="a921e0834bf257f2" providerId="LiveId" clId="{4C1CFD39-F3A1-47FC-B448-30C8C2D8EA75}" dt="2026-03-15T06:11:43.099" v="0" actId="2696"/>
      <pc:docMkLst>
        <pc:docMk/>
      </pc:docMkLst>
      <pc:sldChg chg="del">
        <pc:chgData name="Revanth Reddy" userId="a921e0834bf257f2" providerId="LiveId" clId="{4C1CFD39-F3A1-47FC-B448-30C8C2D8EA75}" dt="2026-03-15T06:11:43.099" v="0" actId="2696"/>
        <pc:sldMkLst>
          <pc:docMk/>
          <pc:sldMk cId="842284311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DE656-F8CA-49A7-9007-658D89441CB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2F6F11-F77E-4C48-B938-AD30C6D7E0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05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F6F11-F77E-4C48-B938-AD30C6D7E0B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801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59137-030F-31C6-62FB-FCDE78F02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C8D4E-188F-7225-F1CB-442075472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18FE7-BA25-2FA1-1EBE-66E692F6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DF339-AABB-02B3-69CD-2E8BEAEF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E5DA2-4E4C-1159-5F2F-525CCF5E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846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72F0-F066-C2CD-4614-B53D4816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C53A3-1985-C4FD-30F1-602EE68A7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09658-4838-C54C-B64A-FE8E0A51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473DF-1B56-300B-4AB5-AB47B845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BC4D6-AB17-4578-2255-7C18CED3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106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CEFC-9FB4-6C7F-3461-BC3487ED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9A79E-91DF-2F3A-24AD-F64CD6B67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85F66-DA01-4951-9023-322C2B5A7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2B1F7-1C9C-27FD-572C-435F9AB3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64813-CBCB-DF92-F6B1-2CF9CA3D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43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7FD5-AE53-5089-E00A-03F0DB306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B24C7-0EBF-9C70-3802-D5543DC987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55E87-0A9C-9FF5-8DFD-9BBE1A2FF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F9F68-F2A1-EF65-AA25-EF0C956B2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BBBCA-4596-02AC-88EC-9BA3465B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C30DB-ED3F-A495-F4F9-442E15D3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511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CD85-1E64-B0B5-9EB7-DB3EA966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E3B1D-7A8F-AD96-A363-FDCDD1272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B2F2B-544E-5110-8D1C-45E06C135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1C93D-4C12-56D2-DE95-433BF0F49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127536-7EA8-F969-D797-F4F5476E3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BDADE7-CFA8-5BC3-7FF0-2C4A74B65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5E9B-B386-5001-9E7F-6345F6377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4A518-8D80-56F8-38E7-10750846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248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F051-CAAB-845F-AF58-835F4789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B78C9C-3FB9-4072-5B3F-6D419A84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F3465D-D36D-7778-FF41-B0D0F9AE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27649-68FD-486B-B1B1-D90532CEE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75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E3B9F9-DCCF-52B6-D98B-330044A7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38D2D-2623-187D-E5F8-02AB31AC5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7FA3E-E114-C581-A114-58194321D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2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2F6AC-46A6-E6DE-612B-CD5B7860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A0194-0B9A-0653-7A08-9EEF68DAC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E6BA5-DC49-D652-F097-E1CDD3D33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51928-BF58-B7AF-F017-B79CD54E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1D7D2-30C0-19D4-2B7A-DD105BA6F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D8EE7-E877-0FEF-9AF9-F9B7685B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0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FD18-4224-D536-4E70-0DB0A7FD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ECD58-668A-631D-1745-149CD704B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08039-B0ED-5FDD-DA00-6D8E8EDF8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D6129-E8DD-4AF1-5AFD-E6E95ECBB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75398-9D4C-0CD8-3054-001E5F8B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CD4D9-3387-D0AD-478F-35A3E0D15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899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3578-118B-0966-CAF3-F58D0731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6DCF6-CFD2-C1F4-3C55-B82AA65A4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F68D6-3C02-4D61-593E-40A740C56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C53CD-141F-385B-A88C-7ADC9BD2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222E3-CAA6-266D-3140-233FC2A4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10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878924-BF1A-2382-A856-19FBA7B976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C062D-8FDE-60DD-6252-275B112DB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18EEC-A036-8E1F-D1A1-809B6C44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5FF16-66BC-30FE-FFAF-6FB0DE4C4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3A514-30B0-6461-96A8-5408EA59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43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00F7BD-309C-EFF7-DE8D-E76E155F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15396-8854-FA70-D522-452690259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36923-0EDA-B2EC-54FB-4EF299CC7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AD0BF-A6FF-4876-9A8F-3B3B34D33EA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6A4C0-0E3F-AF76-BB7C-6CA660666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2D6A1-083A-1E71-8558-B075F4673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FAFB8-0F2D-450B-B17E-8CB8B0B5E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2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38A7-DCD2-F520-851B-0F965CFFE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175" y="1193533"/>
            <a:ext cx="4276824" cy="1309035"/>
          </a:xfrm>
        </p:spPr>
        <p:txBody>
          <a:bodyPr>
            <a:normAutofit fontScale="90000"/>
          </a:bodyPr>
          <a:lstStyle/>
          <a:p>
            <a:pPr algn="l"/>
            <a:r>
              <a:rPr lang="en-US" sz="1600" b="1" dirty="0"/>
              <a:t>Age Distribution</a:t>
            </a:r>
            <a:br>
              <a:rPr lang="en-US" sz="1600" b="1" dirty="0"/>
            </a:br>
            <a:r>
              <a:rPr lang="en-US" sz="1600" dirty="0"/>
              <a:t> Shows how patient ages are distributed</a:t>
            </a:r>
            <a:br>
              <a:rPr lang="en-US" sz="1600" dirty="0"/>
            </a:br>
            <a:r>
              <a:rPr lang="en-US" sz="1600" dirty="0"/>
              <a:t>  Most patients fall  between middle-age and older age groups</a:t>
            </a:r>
            <a:br>
              <a:rPr lang="en-IN" sz="1400" dirty="0"/>
            </a:br>
            <a:br>
              <a:rPr lang="en-US" sz="1400" dirty="0"/>
            </a:br>
            <a:endParaRPr lang="en-IN" sz="14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7D28CAA-5E0B-F113-20F8-D31267457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4546" y="3602037"/>
            <a:ext cx="4363453" cy="1788109"/>
          </a:xfrm>
        </p:spPr>
        <p:txBody>
          <a:bodyPr>
            <a:normAutofit fontScale="77500" lnSpcReduction="20000"/>
          </a:bodyPr>
          <a:lstStyle/>
          <a:p>
            <a:pPr algn="l"/>
            <a:br>
              <a:rPr lang="en-US" dirty="0"/>
            </a:br>
            <a:r>
              <a:rPr lang="en-US" b="1" dirty="0"/>
              <a:t>Heart Disease Count </a:t>
            </a:r>
            <a:br>
              <a:rPr lang="en-US" b="1" dirty="0"/>
            </a:br>
            <a:r>
              <a:rPr lang="en-US" dirty="0"/>
              <a:t> </a:t>
            </a:r>
            <a:r>
              <a:rPr lang="en-US" sz="2100" dirty="0"/>
              <a:t>Compares</a:t>
            </a:r>
            <a:r>
              <a:rPr lang="en-US" dirty="0"/>
              <a:t> the number of patients with:-</a:t>
            </a:r>
            <a:br>
              <a:rPr lang="en-US" dirty="0"/>
            </a:br>
            <a:r>
              <a:rPr lang="en-US" b="1" dirty="0"/>
              <a:t>0 →No heart disease</a:t>
            </a:r>
            <a:br>
              <a:rPr lang="en-US" dirty="0"/>
            </a:br>
            <a:r>
              <a:rPr lang="en-US" b="1" dirty="0"/>
              <a:t>1 → Heart disease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44BB3D-1755-7FCE-D4BE-3FFB11C8CD6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11713" cy="3227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581EC9-9973-0651-5721-AD43635F04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30" y="3227388"/>
            <a:ext cx="4642109" cy="322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23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BEA3-6953-7ECB-35D9-C5B3D1D0A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0126" y="1122363"/>
            <a:ext cx="7055318" cy="2133599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br>
              <a:rPr lang="en-US" sz="1400" b="1" dirty="0"/>
            </a:br>
            <a:r>
              <a:rPr lang="en-US" sz="1400" dirty="0"/>
              <a:t> </a:t>
            </a:r>
            <a:r>
              <a:rPr lang="en-US" sz="1400" b="1" dirty="0"/>
              <a:t>Age vs Cholesterol (Scatter Plot)</a:t>
            </a:r>
            <a:br>
              <a:rPr lang="en-US" sz="1400" b="1" dirty="0"/>
            </a:br>
            <a:r>
              <a:rPr lang="en-US" sz="1400" dirty="0"/>
              <a:t>Shows the relationship between </a:t>
            </a:r>
            <a:r>
              <a:rPr lang="en-US" sz="1400" b="1" dirty="0"/>
              <a:t>age and </a:t>
            </a:r>
            <a:r>
              <a:rPr lang="en-US" sz="1400" b="1" dirty="0" err="1"/>
              <a:t>cholesterol</a:t>
            </a:r>
            <a:r>
              <a:rPr lang="en-US" sz="1400" dirty="0" err="1"/>
              <a:t>.Cholesterol</a:t>
            </a:r>
            <a:r>
              <a:rPr lang="en-US" sz="1400" dirty="0"/>
              <a:t> varies widely across ages and some younger individuals also have high cholesterol</a:t>
            </a:r>
            <a:br>
              <a:rPr lang="en-US" sz="1400" dirty="0"/>
            </a:br>
            <a:r>
              <a:rPr lang="en-US" sz="1400" dirty="0" err="1"/>
              <a:t>Cholesterol</a:t>
            </a:r>
            <a:r>
              <a:rPr lang="en-US" sz="1400" dirty="0"/>
              <a:t> tends to increase with </a:t>
            </a:r>
            <a:r>
              <a:rPr lang="en-US" sz="1400" b="1" dirty="0"/>
              <a:t>age</a:t>
            </a:r>
            <a:br>
              <a:rPr lang="en-US" sz="1400" dirty="0"/>
            </a:br>
            <a:br>
              <a:rPr lang="en-US" sz="1400" dirty="0"/>
            </a:br>
            <a:endParaRPr lang="en-IN" sz="1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9EF60D1-D107-CC7D-3CED-08F82BDAC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011" y="3602037"/>
            <a:ext cx="10282989" cy="307789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3006A-3581-34E7-071B-D242D7EE424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137"/>
            <a:ext cx="4519613" cy="353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98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90</Words>
  <Application>Microsoft Office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Age Distribution  Shows how patient ages are distributed   Most patients fall  between middle-age and older age groups  </vt:lpstr>
      <vt:lpstr>  Age vs Cholesterol (Scatter Plot) Shows the relationship between age and cholesterol.Cholesterol varies widely across ages and some younger individuals also have high cholesterol Cholesterol tends to increase with age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Revanth Reddy</dc:creator>
  <cp:lastModifiedBy>Revanth Reddy</cp:lastModifiedBy>
  <cp:revision>1</cp:revision>
  <dcterms:created xsi:type="dcterms:W3CDTF">2026-03-15T05:25:38Z</dcterms:created>
  <dcterms:modified xsi:type="dcterms:W3CDTF">2026-03-15T06:11:53Z</dcterms:modified>
</cp:coreProperties>
</file>